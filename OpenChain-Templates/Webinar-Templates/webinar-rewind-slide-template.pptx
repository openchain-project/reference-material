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6"/>
  </p:notesMasterIdLst>
  <p:sldIdLst>
    <p:sldId id="260" r:id="rId2"/>
    <p:sldId id="263" r:id="rId3"/>
    <p:sldId id="259" r:id="rId4"/>
    <p:sldId id="262" r:id="rId5"/>
  </p:sldIdLst>
  <p:sldSz cx="9144000" cy="5143500" type="screen16x9"/>
  <p:notesSz cx="6858000" cy="9144000"/>
  <p:embeddedFontLst>
    <p:embeddedFont>
      <p:font typeface="Open Sans Medium" pitchFamily="2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Slab Light" pitchFamily="2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/>
    <p:restoredTop sz="94668"/>
  </p:normalViewPr>
  <p:slideViewPr>
    <p:cSldViewPr snapToGrid="0">
      <p:cViewPr varScale="1">
        <p:scale>
          <a:sx n="158" d="100"/>
          <a:sy n="158" d="100"/>
        </p:scale>
        <p:origin x="23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70408648-B06E-86E7-748E-C5491A2A6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4aaa0767c_0_69:notes">
            <a:extLst>
              <a:ext uri="{FF2B5EF4-FFF2-40B4-BE49-F238E27FC236}">
                <a16:creationId xmlns:a16="http://schemas.microsoft.com/office/drawing/2014/main" id="{819FA08C-DB04-2438-827F-A797BABB0D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44aaa0767c_0_69:notes">
            <a:extLst>
              <a:ext uri="{FF2B5EF4-FFF2-40B4-BE49-F238E27FC236}">
                <a16:creationId xmlns:a16="http://schemas.microsoft.com/office/drawing/2014/main" id="{A85C9F81-D910-380F-61A6-4907148219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7875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27FD92FE-07EB-C838-5F90-3A18FA803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4aaa0767c_0_69:notes">
            <a:extLst>
              <a:ext uri="{FF2B5EF4-FFF2-40B4-BE49-F238E27FC236}">
                <a16:creationId xmlns:a16="http://schemas.microsoft.com/office/drawing/2014/main" id="{6C6B761C-C315-D694-70B5-B217C67BBC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44aaa0767c_0_69:notes">
            <a:extLst>
              <a:ext uri="{FF2B5EF4-FFF2-40B4-BE49-F238E27FC236}">
                <a16:creationId xmlns:a16="http://schemas.microsoft.com/office/drawing/2014/main" id="{6145A273-48AF-4A78-9897-6828060D25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3570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65FF65D3-D0D7-C4CD-256C-BEC48BAAB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4aaa0767c_0_69:notes">
            <a:extLst>
              <a:ext uri="{FF2B5EF4-FFF2-40B4-BE49-F238E27FC236}">
                <a16:creationId xmlns:a16="http://schemas.microsoft.com/office/drawing/2014/main" id="{2364C3C5-1699-F0C9-8C2C-E234F3DAFB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44aaa0767c_0_69:notes">
            <a:extLst>
              <a:ext uri="{FF2B5EF4-FFF2-40B4-BE49-F238E27FC236}">
                <a16:creationId xmlns:a16="http://schemas.microsoft.com/office/drawing/2014/main" id="{DCE2C5A8-F869-9EC2-B4F3-6730DEFE0A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0257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Dark 1">
  <p:cSld name="TITLE_3">
    <p:bg>
      <p:bgPr>
        <a:gradFill>
          <a:gsLst>
            <a:gs pos="0">
              <a:srgbClr val="42B0FF"/>
            </a:gs>
            <a:gs pos="100000">
              <a:srgbClr val="076EB8"/>
            </a:gs>
          </a:gsLst>
          <a:lin ang="13500032" scaled="0"/>
        </a:gra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ctrTitle"/>
          </p:nvPr>
        </p:nvSpPr>
        <p:spPr>
          <a:xfrm>
            <a:off x="598100" y="1226378"/>
            <a:ext cx="5533500" cy="18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8312352" y="4301684"/>
            <a:ext cx="844843" cy="8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8208900" y="0"/>
            <a:ext cx="935100" cy="935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" name="Google Shape;3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3800" y="3350"/>
            <a:ext cx="935100" cy="928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588" y="4235030"/>
            <a:ext cx="1194674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537A803-49DD-9F6C-387C-2AF2628C619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84576" y="4122678"/>
            <a:ext cx="1080274" cy="6183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C99040-D52B-5FAC-01DD-AA11C386147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572981" y="3566823"/>
            <a:ext cx="2641600" cy="1409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2"/>
          <p:cNvSpPr/>
          <p:nvPr/>
        </p:nvSpPr>
        <p:spPr>
          <a:xfrm>
            <a:off x="8418600" y="0"/>
            <a:ext cx="725400" cy="725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335" y="4651200"/>
            <a:ext cx="970780" cy="31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61A5555-1EA5-9B0F-AFC7-EDE40AE865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15843" y="4618434"/>
            <a:ext cx="673323" cy="3853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74C6D7-FF31-21CE-C315-79ECE561E0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2981" y="3566823"/>
            <a:ext cx="2641600" cy="1409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5400012" scaled="0"/>
        </a:gra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/>
          <p:nvPr/>
        </p:nvSpPr>
        <p:spPr>
          <a:xfrm rot="5400000" flipH="1">
            <a:off x="-12" y="4128307"/>
            <a:ext cx="1015200" cy="10152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28800" y="0"/>
            <a:ext cx="1015200" cy="1007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801B9BB-356F-0CEB-6136-9AA80883BF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1700" y="195036"/>
            <a:ext cx="1833659" cy="978539"/>
          </a:xfrm>
          <a:prstGeom prst="rect">
            <a:avLst/>
          </a:prstGeom>
        </p:spPr>
      </p:pic>
      <p:sp>
        <p:nvSpPr>
          <p:cNvPr id="3" name="Google Shape;108;p16">
            <a:extLst>
              <a:ext uri="{FF2B5EF4-FFF2-40B4-BE49-F238E27FC236}">
                <a16:creationId xmlns:a16="http://schemas.microsoft.com/office/drawing/2014/main" id="{1ABDD055-C1B2-2B1E-627F-269F51FD414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" name="Google Shape;109;p16">
            <a:extLst>
              <a:ext uri="{FF2B5EF4-FFF2-40B4-BE49-F238E27FC236}">
                <a16:creationId xmlns:a16="http://schemas.microsoft.com/office/drawing/2014/main" id="{2CD2649E-9AE8-C63F-FF4B-51E743DE54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8367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 Light"/>
              <a:buNone/>
              <a:defRPr sz="3000"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 Medium"/>
              <a:buChar char="●"/>
              <a:defRPr sz="18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○"/>
              <a:defRPr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■"/>
              <a:defRPr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●"/>
              <a:defRPr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○"/>
              <a:defRPr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■"/>
              <a:defRPr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●"/>
              <a:defRPr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○"/>
              <a:defRPr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■"/>
              <a:defRPr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8" r:id="rId2"/>
    <p:sldLayoutId id="2147483659" r:id="rId3"/>
    <p:sldLayoutId id="214748366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B3422F27-FC1A-7A47-C38D-41F9E54E2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1CDEAB2D-D930-6869-BCB9-51396115FA9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98100" y="1226378"/>
            <a:ext cx="7947812" cy="18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Title</a:t>
            </a:r>
            <a:endParaRPr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D97A403-779B-EAAF-CFE9-4C200BF81D78}"/>
              </a:ext>
            </a:extLst>
          </p:cNvPr>
          <p:cNvSpPr/>
          <p:nvPr/>
        </p:nvSpPr>
        <p:spPr>
          <a:xfrm>
            <a:off x="533450" y="2765106"/>
            <a:ext cx="1083384" cy="108392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7" name="Google Shape;123;p19">
            <a:extLst>
              <a:ext uri="{FF2B5EF4-FFF2-40B4-BE49-F238E27FC236}">
                <a16:creationId xmlns:a16="http://schemas.microsoft.com/office/drawing/2014/main" id="{BE6B7CDD-747D-B1AC-5523-271E0A2A8C4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81472" y="3132286"/>
            <a:ext cx="7138716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OpenChain Webinar Rewind! 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7D51D9-2333-E20F-199E-74E5DA3EDB55}"/>
              </a:ext>
            </a:extLst>
          </p:cNvPr>
          <p:cNvSpPr txBox="1"/>
          <p:nvPr/>
        </p:nvSpPr>
        <p:spPr>
          <a:xfrm>
            <a:off x="598088" y="2905370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📽️</a:t>
            </a:r>
          </a:p>
        </p:txBody>
      </p:sp>
    </p:spTree>
    <p:extLst>
      <p:ext uri="{BB962C8B-B14F-4D97-AF65-F5344CB8AC3E}">
        <p14:creationId xmlns:p14="http://schemas.microsoft.com/office/powerpoint/2010/main" val="2596434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6756B-FF9E-0DE1-CF1F-200D9C4D0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JP" dirty="0"/>
              <a:t>Examples After This Slide</a:t>
            </a:r>
          </a:p>
        </p:txBody>
      </p:sp>
    </p:spTree>
    <p:extLst>
      <p:ext uri="{BB962C8B-B14F-4D97-AF65-F5344CB8AC3E}">
        <p14:creationId xmlns:p14="http://schemas.microsoft.com/office/powerpoint/2010/main" val="2874358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CB48D9C2-67CC-CC3D-B353-49A044C08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4CDB74E3-6C50-B30F-9A35-9857EF3E229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98088" y="969025"/>
            <a:ext cx="7947812" cy="18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LEX PAN LAW &amp; OPSEQUIO and their OpenChain-Related Services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8291446-CD96-B339-5DF8-268A412BCE57}"/>
              </a:ext>
            </a:extLst>
          </p:cNvPr>
          <p:cNvSpPr/>
          <p:nvPr/>
        </p:nvSpPr>
        <p:spPr>
          <a:xfrm>
            <a:off x="533450" y="2765106"/>
            <a:ext cx="1083384" cy="108392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7" name="Google Shape;123;p19">
            <a:extLst>
              <a:ext uri="{FF2B5EF4-FFF2-40B4-BE49-F238E27FC236}">
                <a16:creationId xmlns:a16="http://schemas.microsoft.com/office/drawing/2014/main" id="{A3B87DAE-06C5-9149-DEDC-68C0E74FD05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81472" y="3132286"/>
            <a:ext cx="7138716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OpenChain Webinar Rewind! 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16CED-7760-7AD9-FF5C-8BD07D5999DD}"/>
              </a:ext>
            </a:extLst>
          </p:cNvPr>
          <p:cNvSpPr txBox="1"/>
          <p:nvPr/>
        </p:nvSpPr>
        <p:spPr>
          <a:xfrm>
            <a:off x="598088" y="2905370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📽️</a:t>
            </a:r>
          </a:p>
        </p:txBody>
      </p:sp>
    </p:spTree>
    <p:extLst>
      <p:ext uri="{BB962C8B-B14F-4D97-AF65-F5344CB8AC3E}">
        <p14:creationId xmlns:p14="http://schemas.microsoft.com/office/powerpoint/2010/main" val="939583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6C094DD5-E700-22E2-E5A0-84912F84D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B216311-5D70-E9AD-DA83-5DB799CD6B5F}"/>
              </a:ext>
            </a:extLst>
          </p:cNvPr>
          <p:cNvSpPr/>
          <p:nvPr/>
        </p:nvSpPr>
        <p:spPr>
          <a:xfrm>
            <a:off x="533450" y="2765106"/>
            <a:ext cx="1083384" cy="108392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A66F0253-B8FE-388D-41B7-7B79C224ADC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98099" y="1226378"/>
            <a:ext cx="8222089" cy="18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ko-KR" sz="1800" dirty="0"/>
            </a:br>
            <a:r>
              <a:rPr lang="en-US" altLang="ko-KR" sz="3600" dirty="0"/>
              <a:t>“</a:t>
            </a:r>
            <a:r>
              <a:rPr lang="en-US" altLang="ko-KR" sz="3600" dirty="0" err="1"/>
              <a:t>DeviceCode</a:t>
            </a:r>
            <a:r>
              <a:rPr lang="en-US" altLang="ko-KR" sz="3600" dirty="0"/>
              <a:t> - </a:t>
            </a:r>
            <a:r>
              <a:rPr lang="ko-KR" altLang="en-US" sz="3600" dirty="0" err="1"/>
              <a:t>크라우드소싱</a:t>
            </a:r>
            <a:r>
              <a:rPr lang="ko-KR" altLang="en-US" sz="3600" dirty="0"/>
              <a:t> 기반 디바이스 데이터 파서”</a:t>
            </a:r>
            <a:endParaRPr lang="ko-KR" altLang="en-US" sz="1400"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C308F9F5-1FE5-D6FC-04A9-3CED279BF7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81472" y="3132286"/>
            <a:ext cx="7138716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OpenChain Webinar Rewind! </a:t>
            </a:r>
            <a:endParaRPr dirty="0"/>
          </a:p>
        </p:txBody>
      </p:sp>
      <p:sp>
        <p:nvSpPr>
          <p:cNvPr id="5" name="Google Shape;122;p19">
            <a:extLst>
              <a:ext uri="{FF2B5EF4-FFF2-40B4-BE49-F238E27FC236}">
                <a16:creationId xmlns:a16="http://schemas.microsoft.com/office/drawing/2014/main" id="{A2A1CF41-E0DF-2141-5FD0-E8E259A9A056}"/>
              </a:ext>
            </a:extLst>
          </p:cNvPr>
          <p:cNvSpPr txBox="1">
            <a:spLocks/>
          </p:cNvSpPr>
          <p:nvPr/>
        </p:nvSpPr>
        <p:spPr>
          <a:xfrm>
            <a:off x="598088" y="177234"/>
            <a:ext cx="7947812" cy="1049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lab Light"/>
              <a:buNone/>
              <a:defRPr sz="4200" b="0" i="0" u="none" strike="noStrike" cap="none">
                <a:solidFill>
                  <a:schemeClr val="lt1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400" dirty="0"/>
              <a:t>OpenChain KWG</a:t>
            </a:r>
            <a:r>
              <a:rPr lang="ko-KR" altLang="en-US" sz="1400" dirty="0"/>
              <a:t>에서는 </a:t>
            </a:r>
            <a:r>
              <a:rPr lang="ko-KR" altLang="en-US" sz="1400" dirty="0" err="1"/>
              <a:t>웨비나</a:t>
            </a:r>
            <a:r>
              <a:rPr lang="ko-KR" altLang="en-US" sz="1400" dirty="0"/>
              <a:t> 한국어 요약본을 제작하고 있습니다</a:t>
            </a:r>
            <a:r>
              <a:rPr lang="en-US" altLang="ko-KR" sz="1400" dirty="0"/>
              <a:t>. :</a:t>
            </a:r>
            <a:br>
              <a:rPr lang="en-US" altLang="ko-KR" sz="1400" dirty="0"/>
            </a:br>
            <a:br>
              <a:rPr lang="en-US" sz="1400" dirty="0"/>
            </a:br>
            <a:r>
              <a:rPr lang="en-US" sz="1400" dirty="0"/>
              <a:t> </a:t>
            </a:r>
            <a:br>
              <a:rPr lang="en-US" sz="1400" dirty="0"/>
            </a:br>
            <a:r>
              <a:rPr lang="ko-KR" altLang="en-US" sz="1400" dirty="0"/>
              <a:t>오늘 소개할 </a:t>
            </a:r>
            <a:r>
              <a:rPr lang="ko-KR" altLang="en-US" sz="1400" dirty="0" err="1"/>
              <a:t>웨비나</a:t>
            </a:r>
            <a:r>
              <a:rPr lang="ko-KR" altLang="en-US" sz="1400" dirty="0"/>
              <a:t> 요약본은 다음과 같습니다</a:t>
            </a:r>
            <a:r>
              <a:rPr lang="en-US" altLang="ko-KR" sz="1400" dirty="0"/>
              <a:t>. :</a:t>
            </a:r>
            <a:endParaRPr lang="en-US" sz="1400" dirty="0"/>
          </a:p>
        </p:txBody>
      </p:sp>
      <p:pic>
        <p:nvPicPr>
          <p:cNvPr id="7" name="Picture 6" descr="A qr code with a black background&#10;&#10;Description automatically generated">
            <a:extLst>
              <a:ext uri="{FF2B5EF4-FFF2-40B4-BE49-F238E27FC236}">
                <a16:creationId xmlns:a16="http://schemas.microsoft.com/office/drawing/2014/main" id="{C3CFBE08-95FE-02F7-B1E0-64ED1F663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157" y="0"/>
            <a:ext cx="730250" cy="7302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7CC713-753E-704D-3A84-2751A6201977}"/>
              </a:ext>
            </a:extLst>
          </p:cNvPr>
          <p:cNvSpPr txBox="1"/>
          <p:nvPr/>
        </p:nvSpPr>
        <p:spPr>
          <a:xfrm>
            <a:off x="598088" y="2905370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📽️</a:t>
            </a:r>
          </a:p>
        </p:txBody>
      </p:sp>
    </p:spTree>
    <p:extLst>
      <p:ext uri="{BB962C8B-B14F-4D97-AF65-F5344CB8AC3E}">
        <p14:creationId xmlns:p14="http://schemas.microsoft.com/office/powerpoint/2010/main" val="2563126567"/>
      </p:ext>
    </p:extLst>
  </p:cSld>
  <p:clrMapOvr>
    <a:masterClrMapping/>
  </p:clrMapOvr>
</p:sld>
</file>

<file path=ppt/theme/theme1.xml><?xml version="1.0" encoding="utf-8"?>
<a:theme xmlns:a="http://schemas.openxmlformats.org/drawingml/2006/main" name="Linux Foundation EU Theme 2023">
  <a:themeElements>
    <a:clrScheme name="Geometric">
      <a:dk1>
        <a:srgbClr val="222222"/>
      </a:dk1>
      <a:lt1>
        <a:srgbClr val="FFFFFF"/>
      </a:lt1>
      <a:dk2>
        <a:srgbClr val="434343"/>
      </a:dk2>
      <a:lt2>
        <a:srgbClr val="999999"/>
      </a:lt2>
      <a:accent1>
        <a:srgbClr val="003778"/>
      </a:accent1>
      <a:accent2>
        <a:srgbClr val="0094FF"/>
      </a:accent2>
      <a:accent3>
        <a:srgbClr val="5B1DE7"/>
      </a:accent3>
      <a:accent4>
        <a:srgbClr val="12E2E2"/>
      </a:accent4>
      <a:accent5>
        <a:srgbClr val="FF00AA"/>
      </a:accent5>
      <a:accent6>
        <a:srgbClr val="ACDE1F"/>
      </a:accent6>
      <a:hlink>
        <a:srgbClr val="0077CC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8033</TotalTime>
  <Words>61</Words>
  <Application>Microsoft Macintosh PowerPoint</Application>
  <PresentationFormat>On-screen Show (16:9)</PresentationFormat>
  <Paragraphs>11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Roboto Slab Light</vt:lpstr>
      <vt:lpstr>Roboto</vt:lpstr>
      <vt:lpstr>Open Sans Medium</vt:lpstr>
      <vt:lpstr>Linux Foundation EU Theme 2023</vt:lpstr>
      <vt:lpstr>Title</vt:lpstr>
      <vt:lpstr>Examples After This Slide</vt:lpstr>
      <vt:lpstr>LEX PAN LAW &amp; OPSEQUIO and their OpenChain-Related Services</vt:lpstr>
      <vt:lpstr> “DeviceCode - 크라우드소싱 기반 디바이스 데이터 파서”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Shane Coughlan</cp:lastModifiedBy>
  <cp:revision>13</cp:revision>
  <dcterms:modified xsi:type="dcterms:W3CDTF">2025-11-21T01:15:43Z</dcterms:modified>
</cp:coreProperties>
</file>